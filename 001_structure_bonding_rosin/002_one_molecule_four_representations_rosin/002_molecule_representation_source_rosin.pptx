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bril Fatface" charset="1" panose="02000503000000020003"/>
      <p:regular r:id="rId7"/>
    </p:embeddedFont>
    <p:embeddedFont>
      <p:font typeface="Canva Sans" charset="1" panose="020B05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64893" y="473710"/>
            <a:ext cx="4758214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02243" y="2409190"/>
            <a:ext cx="14083513" cy="31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https://www.researchgate.net/figure/Chemical-Structure-of-the-Caffeine-Molecule_fig1_287646071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https://www.shutterstock.com/image-vector/chemical-structure-aspirin-acetylsalicylic-acid-c9h8o4-2310032985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https://pubchem.ncbi.nlm.nih.gov/compound/Acetaminophen-_d4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https://pubchem.ncbi.nlm.nih.gov/#query=cyclohexanone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https://pubchem.ncbi.nlm.nih.gov/#query=ethyl+acetate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DAHXl_pYf-o</dc:identifier>
  <dcterms:modified xsi:type="dcterms:W3CDTF">2011-08-01T06:04:30Z</dcterms:modified>
  <cp:revision>1</cp:revision>
  <dc:title> 002_one_molecule_four_representations_rosin</dc:title>
</cp:coreProperties>
</file>